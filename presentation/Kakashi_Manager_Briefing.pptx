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>
            <a:off x="8138160" y="0"/>
            <a:ext cx="4060080" cy="6858000"/>
          </a:xfrm>
          <a:prstGeom prst="rect">
            <a:avLst/>
          </a:prstGeom>
          <a:solidFill>
            <a:srgbClr val="1720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822960" y="1417320"/>
            <a:ext cx="6675120" cy="1005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KAKASHI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868680" y="2487240"/>
            <a:ext cx="6629400" cy="914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Sovereign privacy controls for agentic AI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896040" y="3977640"/>
            <a:ext cx="6537960" cy="6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Manager briefing • capabilities, government value, and live proof • v1.2.0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8641080" y="1737360"/>
            <a:ext cx="2743200" cy="2926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zh-C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守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LOCAL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MINIMAL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VERIFIED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896040" y="6236280"/>
            <a:ext cx="685800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MANAGER BRIEFING • LIVE DEMO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46160" cy="68580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658440" y="438840"/>
            <a:ext cx="10835640" cy="6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The risk has changed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685800" y="1170360"/>
            <a:ext cx="6903720" cy="489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AI agents read files, query systems, and call tools before a human reviews every payload.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A single attachment can contain government identifiers, contact data, finance records, or production credentials.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Once raw data reaches an external model or service, the disclosure cannot be undone.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“Remember to redact it” is guidance. Government deployments need an enforceable, testable control.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7936920" y="1307520"/>
            <a:ext cx="3493080" cy="4407480"/>
          </a:xfrm>
          <a:prstGeom prst="rect">
            <a:avLst/>
          </a:prstGeom>
          <a:solidFill>
            <a:srgbClr val="1720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8247960" y="1627560"/>
            <a:ext cx="2880360" cy="3794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THE CONTROL POINT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Kakashi stands between local data and the destination.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Detect → Minimise → Decide → Verify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685800" y="6446520"/>
            <a:ext cx="9875520" cy="219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KAKASHI • LOCAL-FIRST PRIVACY FOR AGENTIC AI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11018520" y="6419160"/>
            <a:ext cx="50292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>
            <a:off x="0" y="0"/>
            <a:ext cx="146160" cy="68580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658440" y="438840"/>
            <a:ext cx="10835640" cy="6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Three layers, one local trust boundary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685800" y="1170360"/>
            <a:ext cx="6903720" cy="489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ENGINE — detect and transform sensitive values in files while preserving the original format.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REACH — apply the same protection to folders, repositories, shared drives, and database query results.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GUARDIAN — reason about the agent, declared task, destination, and policy before releasing anything.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Each layer is useful independently; together they form a privacy gate for agentic workflows.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7936920" y="1307520"/>
            <a:ext cx="3493080" cy="4407480"/>
          </a:xfrm>
          <a:prstGeom prst="rect">
            <a:avLst/>
          </a:prstGeom>
          <a:solidFill>
            <a:srgbClr val="1720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8247960" y="1627560"/>
            <a:ext cx="2880360" cy="3794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 ENGINE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 REACH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 GUARDIAN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All processing stays on the machine.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685800" y="6446520"/>
            <a:ext cx="9875520" cy="219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KAKASHI • LOCAL-FIRST PRIVACY FOR AGENTIC AI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1018520" y="6419160"/>
            <a:ext cx="50292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>
            <a:off x="0" y="0"/>
            <a:ext cx="146160" cy="68580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658440" y="438840"/>
            <a:ext cx="10835640" cy="6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Coverage designed for real government work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685800" y="1170360"/>
            <a:ext cx="6903720" cy="489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35 active patterns across credentials, government IDs, financial data, contacts, names, and technical identifiers.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50+ formats: PDF, Word, PowerPoint, Excel, CSV, structured data, configuration, and source code.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Typed tokens preserve relationships; redact removes values; fake mode preserves realistic shape.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English and Arabic CLI/report experiences support bilingual operational teams.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7936920" y="1307520"/>
            <a:ext cx="3493080" cy="4407480"/>
          </a:xfrm>
          <a:prstGeom prst="rect">
            <a:avLst/>
          </a:prstGeom>
          <a:solidFill>
            <a:srgbClr val="1720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8247960" y="1627560"/>
            <a:ext cx="2880360" cy="3794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35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DETECTION PATTERNS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50+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FILE FORMATS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EN • </a:t>
            </a:r>
            <a:r>
              <a:rPr lang="hi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العربية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685800" y="6446520"/>
            <a:ext cx="9875520" cy="219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KAKASHI • LOCAL-FIRST PRIVACY FOR AGENTIC AI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11018520" y="6419160"/>
            <a:ext cx="50292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>
            <a:off x="0" y="0"/>
            <a:ext cx="146160" cy="68580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658440" y="438840"/>
            <a:ext cx="10835640" cy="6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Case 1 — Protect a file before an AI receives it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85800" y="1170360"/>
            <a:ext cx="6903720" cy="489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Scan is count-only by default: an agent learns the risk without seeing matched values.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Audit is explicit and human-only because it intentionally reveals the original-to-token mapping.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Mask writes a safe sibling rather than overwriting the source.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The demo proves typed, redact, fake, whitelist, stdin, and re-scan behaviour.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7936920" y="1307520"/>
            <a:ext cx="3493080" cy="4407480"/>
          </a:xfrm>
          <a:prstGeom prst="rect">
            <a:avLst/>
          </a:prstGeom>
          <a:solidFill>
            <a:srgbClr val="1720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8247960" y="1627560"/>
            <a:ext cx="2880360" cy="3794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LIVE COMMAND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./demos/01-file-protection.sh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PROOF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Source values removed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Typed/redact outputs re-scan clean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685800" y="6446520"/>
            <a:ext cx="9875520" cy="219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KAKASHI • LOCAL-FIRST PRIVACY FOR AGENTIC AI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11018520" y="6419160"/>
            <a:ext cx="50292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0" y="0"/>
            <a:ext cx="146160" cy="68580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658440" y="438840"/>
            <a:ext cx="10835640" cy="6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Case 2 — Discover risk across a data estate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685800" y="1170360"/>
            <a:ext cx="6903720" cy="489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Recursive scanning respects repository ignore policy and reports files intentionally skipped.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JSON, Markdown, and HTML reports contain finding metadata without raw matched values by default.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PDPL-oriented article mapping gives compliance teams reviewable context—not a legal certification.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Arabic HTML uses the same local evidence and renders without a cloud translation step.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7936920" y="1307520"/>
            <a:ext cx="3493080" cy="4407480"/>
          </a:xfrm>
          <a:prstGeom prst="rect">
            <a:avLst/>
          </a:prstGeom>
          <a:solidFill>
            <a:srgbClr val="1720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8247960" y="1627560"/>
            <a:ext cx="2880360" cy="3794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LIVE COMMAND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./demos/02-folder-compliance.sh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OUTPUT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English HTML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Arabic HTML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JSON + Markdown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685800" y="6446520"/>
            <a:ext cx="9875520" cy="219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KAKASHI • LOCAL-FIRST PRIVACY FOR AGENTIC AI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1018520" y="6419160"/>
            <a:ext cx="50292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6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>
            <a:off x="0" y="0"/>
            <a:ext cx="146160" cy="68580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658440" y="438840"/>
            <a:ext cx="10835640" cy="6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Case 3 — Mask database results client-side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685800" y="1170360"/>
            <a:ext cx="6903720" cy="489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Adapters support PostgreSQL, MySQL, MongoDB, Snowflake, Databricks, and SQLite.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Rows are transformed locally before a safe JSONL, JSON, or CSV copy is written.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Stable tokens preserve distinct counts and relationships across rows for useful analytics.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Limits reduce accidental bulk access; source databases are not modified by the export flow.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7936920" y="1307520"/>
            <a:ext cx="3493080" cy="4407480"/>
          </a:xfrm>
          <a:prstGeom prst="rect">
            <a:avLst/>
          </a:prstGeom>
          <a:solidFill>
            <a:srgbClr val="1720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247960" y="1627560"/>
            <a:ext cx="2880360" cy="3794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LIVE COMMAND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./demos/03-database-protection.sh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DEMO ADAPTER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Offline mock dataset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No database required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685800" y="6446520"/>
            <a:ext cx="9875520" cy="219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KAKASHI • LOCAL-FIRST PRIVACY FOR AGENTIC AI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11018520" y="6419160"/>
            <a:ext cx="50292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7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>
            <a:off x="0" y="0"/>
            <a:ext cx="146160" cy="68580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658440" y="438840"/>
            <a:ext cx="10835640" cy="6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Case 4 — Guardian makes the release decision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685800" y="1170360"/>
            <a:ext cx="6903720" cy="489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Observe → understand task → assess risk → plan → policy check → act → verify → replan.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Decisions are explicit: ALLOW, ALLOW_WITH_TRANSFORMATION, REQUIRE_APPROVAL, or BLOCK.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A verified analytics request receives only the transformed release path.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A credential-bearing request fails closed and releases no artifact without human approval.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7936920" y="1307520"/>
            <a:ext cx="3493080" cy="4407480"/>
          </a:xfrm>
          <a:prstGeom prst="rect">
            <a:avLst/>
          </a:prstGeom>
          <a:solidFill>
            <a:srgbClr val="1720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8247960" y="1627560"/>
            <a:ext cx="2880360" cy="3794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LIVE COMMAND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./demos/04-guardian-decision.sh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KEY PROPERTY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The agent cannot self-approve.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685800" y="6446520"/>
            <a:ext cx="9875520" cy="219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KAKASHI • LOCAL-FIRST PRIVACY FOR AGENTIC AI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1018520" y="6419160"/>
            <a:ext cx="50292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8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>
            <a:off x="0" y="0"/>
            <a:ext cx="146160" cy="68580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658440" y="438840"/>
            <a:ext cx="10835640" cy="6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Case 5 — A standing privacy gate for every agent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685800" y="1170360"/>
            <a:ext cx="6903720" cy="489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agent-guard exposes health, scan, and mask endpoints on loopback only.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IDEs, MCP tools, and automations can check a resource immediately before attachment or transfer.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The scan API returns categories, severity, and counts—never the raw findings.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Passive file watching can create a local, value-free operational trail.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7936920" y="1307520"/>
            <a:ext cx="3493080" cy="4407480"/>
          </a:xfrm>
          <a:prstGeom prst="rect">
            <a:avLst/>
          </a:prstGeom>
          <a:solidFill>
            <a:srgbClr val="1720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8247960" y="1627560"/>
            <a:ext cx="2880360" cy="3794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LIVE COMMAND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./demos/05-agent-sidecar.sh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NETWORK BOUNDARY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IPv4 loopback only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Zero outbound calls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685800" y="6446520"/>
            <a:ext cx="9875520" cy="219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KAKASHI • LOCAL-FIRST PRIVACY FOR AGENTIC AI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1018520" y="6419160"/>
            <a:ext cx="50292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9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>
            <a:off x="0" y="0"/>
            <a:ext cx="146160" cy="68580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658440" y="438840"/>
            <a:ext cx="10835640" cy="6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Why this matters for government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685800" y="1170360"/>
            <a:ext cx="6903720" cy="489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Data sovereignty — sensitive content is inspected and transformed locally.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Data minimisation — agents receive the minimum useful representation, not the full source record.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Purpose limitation — Guardian incorporates the declared task into the release plan.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Traceability — value-free reports and decision events support review without creating a second leak.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Adoption — CLI, sidecar, and agent-rule integration fit existing developer and automation workflows.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7936920" y="1307520"/>
            <a:ext cx="3493080" cy="4407480"/>
          </a:xfrm>
          <a:prstGeom prst="rect">
            <a:avLst/>
          </a:prstGeom>
          <a:solidFill>
            <a:srgbClr val="1720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247960" y="1627560"/>
            <a:ext cx="2880360" cy="3794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PREVENTIVE CONTROL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Before transfer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DETECTIVE EVIDENCE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After decision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ARABIC READY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85800" y="6446520"/>
            <a:ext cx="9875520" cy="219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KAKASHI • LOCAL-FIRST PRIVACY FOR AGENTIC AI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1018520" y="6419160"/>
            <a:ext cx="50292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10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>
            <a:off x="0" y="0"/>
            <a:ext cx="146160" cy="68580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658440" y="438840"/>
            <a:ext cx="10835640" cy="6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Trust boundaries and honest limitations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685800" y="1170360"/>
            <a:ext cx="6903720" cy="489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Kakashi makes no outbound calls and submits no telemetry; database drivers connect only where the operator directs.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Pattern detection is not infallible: organisations still need access control, classification, retention, and incident response.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Audit modes reveal plaintext by design and must remain in a local human-only terminal.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Kakashi supports PDPL-oriented controls; it does not certify compliance or replace legal review.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An integration must honour Guardian decisions—the control is strongest when enforced in the transfer path.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7936920" y="1307520"/>
            <a:ext cx="3493080" cy="4407480"/>
          </a:xfrm>
          <a:prstGeom prst="rect">
            <a:avLst/>
          </a:prstGeom>
          <a:solidFill>
            <a:srgbClr val="1720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8247960" y="1627560"/>
            <a:ext cx="2880360" cy="3794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SAFE CLAIM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Reduces accidental disclosure risk.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UNSAFE CLAIM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“No leak is ever possible.”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685800" y="6446520"/>
            <a:ext cx="9875520" cy="219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KAKASHI • LOCAL-FIRST PRIVACY FOR AGENTIC AI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11018520" y="6419160"/>
            <a:ext cx="50292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11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>
            <a:off x="0" y="0"/>
            <a:ext cx="146160" cy="68580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658440" y="438840"/>
            <a:ext cx="10835640" cy="6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Proof, not promises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685800" y="1170360"/>
            <a:ext cx="6903720" cy="489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Six standalone demos can run in any order and rebuild only an ignored synthetic workspace.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Each case asserts source-value removal, safe reports, stable database tokens, or fail-closed decisions.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The complete project test suite covers detectors, formats, reporting, databases, sidecar, and Guardian.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Kakashi scans the demo and presentation assets before they are uploaded to GitHub.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7936920" y="1307520"/>
            <a:ext cx="3493080" cy="4407480"/>
          </a:xfrm>
          <a:prstGeom prst="rect">
            <a:avLst/>
          </a:prstGeom>
          <a:solidFill>
            <a:srgbClr val="1720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8247960" y="1627560"/>
            <a:ext cx="2880360" cy="3794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PRE-MEETING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npm test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./demos/run-all.sh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LIVE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Run one numbered case at a time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685800" y="6446520"/>
            <a:ext cx="9875520" cy="219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KAKASHI • LOCAL-FIRST PRIVACY FOR AGENTIC AI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1018520" y="6419160"/>
            <a:ext cx="50292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>
            <a:off x="0" y="0"/>
            <a:ext cx="146160" cy="68580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658440" y="438840"/>
            <a:ext cx="10835640" cy="6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Practical government rollout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685800" y="1170360"/>
            <a:ext cx="6903720" cy="489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PILOT — choose one low-risk workflow and measure findings, false positives, utility, and operator friction.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POLICY — define destinations, approval owners, permitted classes, retention, and exception handling.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INTEGRATE — place Guardian or the sidecar directly in the file/database-to-agent transfer path.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OPERATE — review value-free evidence, tune policy, test upgrades, and train users on unsafe audit options.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EXPAND — move from a team workflow to shared repositories, data platforms, and managed agent environments.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7936920" y="1307520"/>
            <a:ext cx="3493080" cy="4407480"/>
          </a:xfrm>
          <a:prstGeom prst="rect">
            <a:avLst/>
          </a:prstGeom>
          <a:solidFill>
            <a:srgbClr val="1720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8247960" y="1627560"/>
            <a:ext cx="2880360" cy="3794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30 DAYS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Pilot + baseline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60 DAYS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Policy + integration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90 DAYS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Operate + expand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685800" y="6446520"/>
            <a:ext cx="9875520" cy="219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KAKASHI • LOCAL-FIRST PRIVACY FOR AGENTIC AI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1018520" y="6419160"/>
            <a:ext cx="50292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13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>
            <a:off x="0" y="0"/>
            <a:ext cx="146160" cy="68580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658440" y="438840"/>
            <a:ext cx="10835640" cy="640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Tomorrow’s live path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685800" y="1170360"/>
            <a:ext cx="6903720" cy="4892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1 File protection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2 Folder compliance and Arabic report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3 Database result masking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4 Guardian transformation and human approval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5 Loopback agent sidecar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• 6 Operational evidence and Arabic CLI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7936920" y="1307520"/>
            <a:ext cx="3493080" cy="4407480"/>
          </a:xfrm>
          <a:prstGeom prst="rect">
            <a:avLst/>
          </a:prstGeom>
          <a:solidFill>
            <a:srgbClr val="1720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8247960" y="1627560"/>
            <a:ext cx="2880360" cy="3794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START HERE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./demos/01-file-protection.sh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RUNBOOK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demos/PRESENTER_RUNBOOK.md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GOAL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Safe AI utility without raw-data exposure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685800" y="6446520"/>
            <a:ext cx="9875520" cy="219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KAKASHI • LOCAL-FIRST PRIVACY FOR AGENTIC AI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11018520" y="6419160"/>
            <a:ext cx="502920" cy="23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14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